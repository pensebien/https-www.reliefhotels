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6" r:id="rId3"/>
    <p:sldId id="272" r:id="rId4"/>
    <p:sldId id="284" r:id="rId5"/>
    <p:sldId id="275" r:id="rId6"/>
    <p:sldId id="285" r:id="rId7"/>
    <p:sldId id="266" r:id="rId8"/>
    <p:sldId id="274" r:id="rId9"/>
    <p:sldId id="288" r:id="rId10"/>
    <p:sldId id="269" r:id="rId11"/>
    <p:sldId id="289" r:id="rId12"/>
    <p:sldId id="277" r:id="rId13"/>
    <p:sldId id="271" r:id="rId14"/>
    <p:sldId id="278" r:id="rId15"/>
    <p:sldId id="280" r:id="rId16"/>
    <p:sldId id="281" r:id="rId17"/>
    <p:sldId id="279" r:id="rId18"/>
    <p:sldId id="282" r:id="rId19"/>
    <p:sldId id="283" r:id="rId20"/>
    <p:sldId id="261" r:id="rId21"/>
    <p:sldId id="286" r:id="rId22"/>
    <p:sldId id="287" r:id="rId23"/>
    <p:sldId id="290" r:id="rId24"/>
    <p:sldId id="291" r:id="rId25"/>
    <p:sldId id="29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9E2F-A3C3-8E1A-1DDA-40A573595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143BE-066D-4B33-458F-6AA043D96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0451D-987D-A657-DFF3-8BEF62A6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FC-F16F-1278-7074-83995491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BFF95-767C-6C71-5FEC-C97FA9F7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EEBC-212E-D200-0A51-EA57916D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ED8F0-6EC2-BB7D-85F7-B11EECC88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D34D-6365-2E7F-6C85-3EA2A03A3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656CA-DE05-68BD-D823-85694A75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21C7B-DB24-3707-E814-E4BEFB6E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9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320F-8725-9848-291F-9A414B29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48EE7-3D5E-4576-1769-F82C82013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0977D-7BF5-FC79-4287-83077BF0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7AEE6-3117-47D9-DF4F-81CEC32B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E520F-4AE8-B77D-654F-FD33CA04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73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FDD9-B6CC-45BB-725B-E2A6E125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103D5-B91C-44AF-7117-BC8C7DB1A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B1231-4909-3F9C-9FEC-C604D9D26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9D013-A7CB-B1CF-BAF6-285C7211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C7A5A-BF8B-A4E6-AC83-2F93209D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5AE61-A1B5-76F4-0692-98A412A4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749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9255-AB48-B988-FB55-3897E007E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AA27F-95E5-2F49-6F0D-6B12EEE0B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068DB-0AE9-1A76-EE85-FEBA2CD71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98B04B-A895-BAEB-6B9E-CB3DB469D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D0DBF5-C551-8D50-062F-74FDC3A4F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1B015-D0B7-C521-A369-B4374E2F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8308E8-30B3-2EBC-D60D-2811045C3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16F6F-DD9F-E2E5-78D4-58C9819B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563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988B-38A8-0AD1-7434-44D5697F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6B94E4-359D-985D-6B42-22FF3093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730E0-F11C-74A3-39ED-9550109B7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B51E8-D3DE-6EB5-422F-0FC87A98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39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C4DB3-0020-796F-B331-7AD62272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613D89-84C4-5CCC-86E1-AEE85AA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4ADB7-6983-02D8-1469-9705DFB4D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31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7F29-D0D3-816A-1A1D-B1D19F698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3EA15-1083-96A7-C23A-3EB7C6C2B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D1C02-1E14-486B-1D47-921175C6A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E78EF-DAAF-6527-D531-329B7BAB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CF976-1E07-A2F6-8AE9-267925DD2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9CC03-3439-D488-EDA8-6B55B2A0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32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B238D-89D1-BB42-A32E-3E4271BD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0F924-197D-98F0-CA78-D9EE8F810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E6931-F55E-3E81-4A03-A1A73759C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49BA1-3F6F-82FA-D36E-CE7A9737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FC299-A9D9-9FC4-0094-27A72B93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35C41-0701-AE72-69B3-5DD5AD50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9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FA65-C74C-F8EF-9B45-046A06EA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1CCC0-DF29-FF65-C37C-21CAFEFF8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3763-5C03-784D-D673-B870E8552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DD31E-BF29-2E02-C146-0AF9B980B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5D161-012D-BF5E-444E-AD0BD57C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34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B8C79-EC8D-805F-EDDA-295970BD1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B5B51-F6A6-3471-26FB-203E9D09C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DD713-A5E2-2347-63E5-6A5AB5AA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92ABD-55E6-2E33-4EEE-A6670C80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ABAFE-7845-21A0-87CA-BB7157EC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37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16C65-7379-A807-6A82-0E9C1194F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F93D8-1F97-EAF2-F1BF-55AC4C962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B459B-CD9E-5407-695C-C0B5935A0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99CA8-64E1-4596-ACEB-1F4D069A6CEE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73762-3FAC-25F2-3909-E4AE405A3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7497B-EE84-EAA6-ADB5-15943ADDF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C7A52-436D-4476-B525-3D4FF2DEF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86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hilton.com/en/hotels/abuhitw-transcorp-hilton-abuja/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hilton.com/en/hotels/abuhitw-transcorp-hilton-abuja/rooms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hyatt.com/shop/rooms/lhrub?spiritCodes=LONCH%2CLONGE%2CLHRUB%2CLONRB%2CLHRRS%2CLHRXS%2CLHRPH&amp;daysInAdvance=2&amp;sortBy=distance&amp;gclsrc=aw.ds&amp;src=bbm_sem_bbm_search_generic_emea_2026_-_hyatt_-_bespoke_-_uk_campaign_budget_london_eng__luxury%20hotels%20in%20london&amp;mckv=s-dc_pcrid_793014514995_mtid_5297kx13790&amp;gad_source=1&amp;gad_campaignid=23462158554&amp;gclid=CjwKCAjw5NvPBhAoEiwA_2egfqJRN_rBrsryeMfZGoXlPxvoFxXuqsBQSmBvDSslP13xi6mZ2cjMehoCJlQQAvD_BwE&amp;checkinDate=2026-05-05&amp;checkoutDate=2026-05-06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hyatt.com/shop/rooms/lhrub?spiritCodes=LONCH%2CLONGE%2CLHRUB%2CLONRB%2CLHRRS%2CLHRXS%2CLHRPH&amp;daysInAdvance=2&amp;sortBy=distance&amp;gclsrc=aw.ds&amp;src=bbm_sem_bbm_search_generic_emea_2026_-_hyatt_-_bespoke_-_uk_campaign_budget_london_eng__luxury%20hotels%20in%20london&amp;mckv=s-dc_pcrid_793014514995_mtid_5297kx13790&amp;gad_source=1&amp;gad_campaignid=23462158554&amp;gclid=CjwKCAjw5NvPBhAoEiwA_2egfqJRN_rBrsryeMfZGoXlPxvoFxXuqsBQSmBvDSslP13xi6mZ2cjMehoCJlQQAvD_BwE&amp;checkinDate=2026-05-05&amp;checkoutDate=2026-05-06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lton.com/en/hotels/abuhitw-transcorp-hilton-abuja/gallery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hilton.com/en/hotels/abuhitw-transcorp-hilton-abuja/events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hilton.com/en/hotels/abuhitw-transcorp-hilton-abuja/dining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ibomhotelandgolfresort.com/experience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E1DC7-9DDD-F201-51DC-00B5D9F1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RELIEF HOTEL WEBSITE</a:t>
            </a:r>
          </a:p>
        </p:txBody>
      </p:sp>
    </p:spTree>
    <p:extLst>
      <p:ext uri="{BB962C8B-B14F-4D97-AF65-F5344CB8AC3E}">
        <p14:creationId xmlns:p14="http://schemas.microsoft.com/office/powerpoint/2010/main" val="3020048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BB36-C24E-DEE5-9B21-F16A78C03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3A3A-D5D5-C939-C92F-9BA0B5F9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sz="8800" b="1" dirty="0"/>
              <a:t>HOME PAGE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3699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6904E6-736C-CDEF-EEA3-350564F39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56" y="1343861"/>
            <a:ext cx="10866474" cy="14696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B96280-EE36-6166-030B-B50705A2505C}"/>
              </a:ext>
            </a:extLst>
          </p:cNvPr>
          <p:cNvSpPr txBox="1"/>
          <p:nvPr/>
        </p:nvSpPr>
        <p:spPr>
          <a:xfrm>
            <a:off x="606056" y="499730"/>
            <a:ext cx="9356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highlight>
                  <a:srgbClr val="FFFF00"/>
                </a:highlight>
              </a:rPr>
              <a:t>Sample Heading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C7C0B7-AB05-8377-540D-F1AA64AC673C}"/>
              </a:ext>
            </a:extLst>
          </p:cNvPr>
          <p:cNvSpPr txBox="1"/>
          <p:nvPr/>
        </p:nvSpPr>
        <p:spPr>
          <a:xfrm>
            <a:off x="476693" y="3138046"/>
            <a:ext cx="9356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highlight>
                  <a:srgbClr val="00FF00"/>
                </a:highlight>
              </a:rPr>
              <a:t>Actual Heading</a:t>
            </a:r>
            <a:endParaRPr lang="en-GB" dirty="0">
              <a:highlight>
                <a:srgbClr val="00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DFBFA-17EC-87E1-1BDC-3CFA1FC00DEE}"/>
              </a:ext>
            </a:extLst>
          </p:cNvPr>
          <p:cNvSpPr txBox="1"/>
          <p:nvPr/>
        </p:nvSpPr>
        <p:spPr>
          <a:xfrm>
            <a:off x="1095153" y="4104167"/>
            <a:ext cx="2030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RELIEF    HOTELS &amp; SUITES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258191-3E05-1E6B-6E8D-C4797E3AF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93" y="4004932"/>
            <a:ext cx="692888" cy="6887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1EDC77-9FDA-CC39-6652-BE5CAF6C1C47}"/>
              </a:ext>
            </a:extLst>
          </p:cNvPr>
          <p:cNvSpPr/>
          <p:nvPr/>
        </p:nvSpPr>
        <p:spPr>
          <a:xfrm>
            <a:off x="3232298" y="4312054"/>
            <a:ext cx="1941296" cy="2962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C626E-4559-FE36-2C52-80AF33DAB608}"/>
              </a:ext>
            </a:extLst>
          </p:cNvPr>
          <p:cNvSpPr txBox="1"/>
          <p:nvPr/>
        </p:nvSpPr>
        <p:spPr>
          <a:xfrm>
            <a:off x="3306726" y="4312054"/>
            <a:ext cx="1796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701961-9C63-A8FA-C9BA-14F93D7D2237}"/>
              </a:ext>
            </a:extLst>
          </p:cNvPr>
          <p:cNvSpPr txBox="1"/>
          <p:nvPr/>
        </p:nvSpPr>
        <p:spPr>
          <a:xfrm>
            <a:off x="5248022" y="4317462"/>
            <a:ext cx="6756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Home    Rooms    Dining   Events and meetings    Gallery  Experience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A0663-7300-8126-9873-9B589421D475}"/>
              </a:ext>
            </a:extLst>
          </p:cNvPr>
          <p:cNvSpPr txBox="1"/>
          <p:nvPr/>
        </p:nvSpPr>
        <p:spPr>
          <a:xfrm>
            <a:off x="476693" y="5075042"/>
            <a:ext cx="3393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 CICC Road, Ikot Mbo, Calabar, Cross River, Nigeria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525324-E484-C0F1-4A65-3CE05BC76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130" y="4987951"/>
            <a:ext cx="6629400" cy="7143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BBC9EC-8037-8716-F021-732E515B9802}"/>
              </a:ext>
            </a:extLst>
          </p:cNvPr>
          <p:cNvSpPr txBox="1"/>
          <p:nvPr/>
        </p:nvSpPr>
        <p:spPr>
          <a:xfrm>
            <a:off x="476693" y="6188149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Web reference: </a:t>
            </a:r>
            <a:r>
              <a:rPr lang="en-GB" dirty="0">
                <a:hlinkClick r:id="rId5"/>
              </a:rPr>
              <a:t>Abuja Hotels - Transcorp Hilton Abuja - Hotels in Abuja, Nigeria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084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D8B4-8469-A4C2-7E78-D6F0EC24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661"/>
          </a:xfrm>
        </p:spPr>
        <p:txBody>
          <a:bodyPr/>
          <a:lstStyle/>
          <a:p>
            <a:r>
              <a:rPr lang="en-GB" dirty="0"/>
              <a:t>UPGRADE HEADING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1838A-BB17-08E5-53AD-423EFF4F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82" y="1254642"/>
            <a:ext cx="11060636" cy="50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5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numbers and symbols&#10;&#10;AI-generated content may be incorrect.">
            <a:extLst>
              <a:ext uri="{FF2B5EF4-FFF2-40B4-BE49-F238E27FC236}">
                <a16:creationId xmlns:a16="http://schemas.microsoft.com/office/drawing/2014/main" id="{1E762F5B-2DB5-714E-5088-C99A68AE2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478467"/>
            <a:ext cx="9106589" cy="3413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34618F-5118-CF77-318D-1AFF245EFAE1}"/>
              </a:ext>
            </a:extLst>
          </p:cNvPr>
          <p:cNvSpPr txBox="1"/>
          <p:nvPr/>
        </p:nvSpPr>
        <p:spPr>
          <a:xfrm>
            <a:off x="1031358" y="4221126"/>
            <a:ext cx="91065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CHANGE ABOVE TO</a:t>
            </a:r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+24 Luxury Suites and penthouse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+150 indoor and outdoor seating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+3 VIP bar, Private lodge and restaurant</a:t>
            </a:r>
          </a:p>
        </p:txBody>
      </p:sp>
    </p:spTree>
    <p:extLst>
      <p:ext uri="{BB962C8B-B14F-4D97-AF65-F5344CB8AC3E}">
        <p14:creationId xmlns:p14="http://schemas.microsoft.com/office/powerpoint/2010/main" val="261535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4EC1EC-E2FF-9BF6-B324-28C7E55E5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4" y="405381"/>
            <a:ext cx="10969256" cy="563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260D2E-D41E-12DB-0264-E7C040224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52" y="582243"/>
            <a:ext cx="10781415" cy="569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71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A148A8-78C6-E966-8FC3-A80333B1B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2" y="1092922"/>
            <a:ext cx="3352800" cy="73342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4748BB-39B4-E6E6-D997-03A378D9FF27}"/>
              </a:ext>
            </a:extLst>
          </p:cNvPr>
          <p:cNvSpPr/>
          <p:nvPr/>
        </p:nvSpPr>
        <p:spPr>
          <a:xfrm>
            <a:off x="861236" y="2472622"/>
            <a:ext cx="2254103" cy="3693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EBE46D-CB4C-5F0B-FE8A-BE5A9CD92DBA}"/>
              </a:ext>
            </a:extLst>
          </p:cNvPr>
          <p:cNvSpPr txBox="1"/>
          <p:nvPr/>
        </p:nvSpPr>
        <p:spPr>
          <a:xfrm>
            <a:off x="935665" y="2472622"/>
            <a:ext cx="208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3A43F-E340-1307-508D-25D365FA2EDD}"/>
              </a:ext>
            </a:extLst>
          </p:cNvPr>
          <p:cNvSpPr txBox="1"/>
          <p:nvPr/>
        </p:nvSpPr>
        <p:spPr>
          <a:xfrm>
            <a:off x="637953" y="361507"/>
            <a:ext cx="4965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NOTE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85427-9C4E-BBD0-1BAB-A8AD8A7C519B}"/>
              </a:ext>
            </a:extLst>
          </p:cNvPr>
          <p:cNvSpPr txBox="1"/>
          <p:nvPr/>
        </p:nvSpPr>
        <p:spPr>
          <a:xfrm>
            <a:off x="4614530" y="1092922"/>
            <a:ext cx="6531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Keep this, looks good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BFF807-9428-8540-97C7-26298FFDC33D}"/>
              </a:ext>
            </a:extLst>
          </p:cNvPr>
          <p:cNvSpPr txBox="1"/>
          <p:nvPr/>
        </p:nvSpPr>
        <p:spPr>
          <a:xfrm>
            <a:off x="3554819" y="2406374"/>
            <a:ext cx="80027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Drop down menu listing the locations where the hotel is location </a:t>
            </a:r>
            <a:r>
              <a:rPr lang="en-GB" sz="3200" dirty="0" err="1"/>
              <a:t>e.g</a:t>
            </a:r>
            <a:r>
              <a:rPr lang="en-GB" sz="3200" dirty="0"/>
              <a:t>- Calabar, Abuja etc. Use only Calabar for now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3452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F90CDC-68DF-A586-3DB7-D698F7CF2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86" y="576867"/>
            <a:ext cx="10221686" cy="498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1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DE6E8-2196-631E-102C-445DE91CD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26" y="390637"/>
            <a:ext cx="10933947" cy="60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90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3EA29A-4A01-2F49-34AF-EC978E2E7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9" y="425241"/>
            <a:ext cx="10499830" cy="600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91A86-0883-1732-BC5D-1FE89C5F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933C0-7E58-46D6-59C8-EA960260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sz="8800" b="1" dirty="0"/>
              <a:t>ROOMS TAB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153231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36CC72-DFF3-A659-FDC6-B7F0A7891AD7}"/>
              </a:ext>
            </a:extLst>
          </p:cNvPr>
          <p:cNvSpPr txBox="1"/>
          <p:nvPr/>
        </p:nvSpPr>
        <p:spPr>
          <a:xfrm>
            <a:off x="476693" y="6188149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Web reference: </a:t>
            </a:r>
            <a:r>
              <a:rPr lang="en-GB" dirty="0">
                <a:hlinkClick r:id="rId2"/>
              </a:rPr>
              <a:t>Abuja Hotels - Transcorp Hilton Abuja Hotel - Abuja Accommodations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D8F19A-4083-2B94-926D-100FD8219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8" y="300519"/>
            <a:ext cx="11560629" cy="580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89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001F-4A40-B8ED-1E79-BC83FDA3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72E73-204F-AD04-F8BB-80E37FCC1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Rearrange the rooms in this order: </a:t>
            </a:r>
          </a:p>
          <a:p>
            <a:pPr marL="0" indent="0">
              <a:buNone/>
            </a:pPr>
            <a:r>
              <a:rPr lang="en-GB" dirty="0"/>
              <a:t>All – Guest House – Executive – Suites – Pent house</a:t>
            </a:r>
          </a:p>
        </p:txBody>
      </p:sp>
    </p:spTree>
    <p:extLst>
      <p:ext uri="{BB962C8B-B14F-4D97-AF65-F5344CB8AC3E}">
        <p14:creationId xmlns:p14="http://schemas.microsoft.com/office/powerpoint/2010/main" val="466799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714C5-A633-23F7-AD33-E3D95AD51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507"/>
            <a:ext cx="10515600" cy="861237"/>
          </a:xfrm>
        </p:spPr>
        <p:txBody>
          <a:bodyPr/>
          <a:lstStyle/>
          <a:p>
            <a:r>
              <a:rPr lang="en-GB" dirty="0"/>
              <a:t>REPLACE ROOM PICTURES WITH BELOW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F81D0-7BD7-A61F-52F0-14D93F7DF098}"/>
              </a:ext>
            </a:extLst>
          </p:cNvPr>
          <p:cNvSpPr txBox="1"/>
          <p:nvPr/>
        </p:nvSpPr>
        <p:spPr>
          <a:xfrm>
            <a:off x="476693" y="6188149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Web reference: </a:t>
            </a:r>
            <a:r>
              <a:rPr lang="en-GB" dirty="0">
                <a:hlinkClick r:id="rId2"/>
              </a:rPr>
              <a:t>Hyatt | Select Room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4D684-3350-1F7D-E99B-DD9AEF14A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8" y="959367"/>
            <a:ext cx="9725025" cy="369769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315B49-5A04-3000-AB48-F14FBEC18421}"/>
              </a:ext>
            </a:extLst>
          </p:cNvPr>
          <p:cNvSpPr txBox="1">
            <a:spLocks/>
          </p:cNvSpPr>
          <p:nvPr/>
        </p:nvSpPr>
        <p:spPr>
          <a:xfrm>
            <a:off x="729992" y="4991986"/>
            <a:ext cx="10515600" cy="861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3 PER ROW, AND CAN FLIP BETWEEN ROOM PICTURES</a:t>
            </a:r>
          </a:p>
        </p:txBody>
      </p:sp>
    </p:spTree>
    <p:extLst>
      <p:ext uri="{BB962C8B-B14F-4D97-AF65-F5344CB8AC3E}">
        <p14:creationId xmlns:p14="http://schemas.microsoft.com/office/powerpoint/2010/main" val="3200042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1290-F718-85EE-B979-5A4E3E78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18" y="326045"/>
            <a:ext cx="10949763" cy="705313"/>
          </a:xfrm>
        </p:spPr>
        <p:txBody>
          <a:bodyPr>
            <a:normAutofit/>
          </a:bodyPr>
          <a:lstStyle/>
          <a:p>
            <a:r>
              <a:rPr lang="en-GB" sz="3600" dirty="0"/>
              <a:t>When you click on a room, a page like this comes 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6A7B9-EECE-3184-7D8D-126B0F717DE2}"/>
              </a:ext>
            </a:extLst>
          </p:cNvPr>
          <p:cNvSpPr txBox="1"/>
          <p:nvPr/>
        </p:nvSpPr>
        <p:spPr>
          <a:xfrm>
            <a:off x="476693" y="6188149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Web reference: </a:t>
            </a:r>
            <a:r>
              <a:rPr lang="en-GB" dirty="0">
                <a:hlinkClick r:id="rId2"/>
              </a:rPr>
              <a:t>Hyatt | Select Room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60EDE6-45F0-0EBE-6F6F-AFFC76233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54" y="954695"/>
            <a:ext cx="10390667" cy="503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48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8604B-FB59-23B4-4190-B566677DC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C8B05-EB5E-A618-30A8-55D96F82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sz="8800" b="1" dirty="0"/>
              <a:t>GALLERY TAB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653093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DEE659-2C22-A6BC-F90E-47313ACF9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26" y="587829"/>
            <a:ext cx="11573347" cy="5260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826CF5-79D4-9D07-CC0B-F227CF713806}"/>
              </a:ext>
            </a:extLst>
          </p:cNvPr>
          <p:cNvSpPr txBox="1"/>
          <p:nvPr/>
        </p:nvSpPr>
        <p:spPr>
          <a:xfrm>
            <a:off x="476693" y="6188149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Web reference: </a:t>
            </a:r>
            <a:r>
              <a:rPr lang="en-GB" dirty="0">
                <a:hlinkClick r:id="rId3"/>
              </a:rPr>
              <a:t>Transcorp Hilton Abuja Photo Gallery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9455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E4B82-E223-C864-ED71-D919BD831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2F31-8130-F1CA-4252-6C0C583D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8800" b="1" dirty="0"/>
              <a:t>EVENTS AND MEETINGS TAB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44824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2EEB26-655C-51B4-4956-AF08E7CC05FE}"/>
              </a:ext>
            </a:extLst>
          </p:cNvPr>
          <p:cNvSpPr txBox="1"/>
          <p:nvPr/>
        </p:nvSpPr>
        <p:spPr>
          <a:xfrm>
            <a:off x="476693" y="6188149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Web reference: </a:t>
            </a:r>
            <a:r>
              <a:rPr lang="en-GB" dirty="0">
                <a:hlinkClick r:id="rId2"/>
              </a:rPr>
              <a:t>Conference Hotels in Abuja - Transcorp Hilton Abuja Hotel - Abuja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32F560-D87B-EC2D-56CC-EEBE04CF8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93" y="483781"/>
            <a:ext cx="10309911" cy="514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20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6C704-888A-0B8B-A367-FED41408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0CB1-D785-7F1A-00D2-7D1CFC57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8800" b="1" dirty="0"/>
              <a:t>DINING TAB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57352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B1ED7A-74E7-4CB0-A140-42BF98413660}"/>
              </a:ext>
            </a:extLst>
          </p:cNvPr>
          <p:cNvSpPr txBox="1"/>
          <p:nvPr/>
        </p:nvSpPr>
        <p:spPr>
          <a:xfrm>
            <a:off x="476693" y="6188149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Web reference: </a:t>
            </a:r>
            <a:r>
              <a:rPr lang="en-GB" dirty="0">
                <a:hlinkClick r:id="rId2"/>
              </a:rPr>
              <a:t>Abuja Hotels and Restaurants - Transcorp Hilton Abuja Hotel - Abuja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BDA320-086A-E316-6231-AFBCEB730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71" y="772885"/>
            <a:ext cx="9753600" cy="487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19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B643-EACC-9D4A-E5C7-A855101A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CFBA-9ED2-7EF0-9B77-DDF69296C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8800" b="1" dirty="0"/>
              <a:t>EXPERIENCE TAB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537884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FF9478-5D58-902D-807A-B1E4492A851B}"/>
              </a:ext>
            </a:extLst>
          </p:cNvPr>
          <p:cNvSpPr txBox="1"/>
          <p:nvPr/>
        </p:nvSpPr>
        <p:spPr>
          <a:xfrm>
            <a:off x="476693" y="6188149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Web reference: </a:t>
            </a:r>
            <a:r>
              <a:rPr lang="en-GB" dirty="0">
                <a:hlinkClick r:id="rId2"/>
              </a:rPr>
              <a:t>Experience - Ibom Hotel &amp; Golf Resort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A6DDA2-890C-D3BF-9764-8E604B351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25" y="300519"/>
            <a:ext cx="11213805" cy="567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88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EB3A-7568-08A3-EE52-BE9729AE1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0363"/>
            <a:ext cx="10515600" cy="5666600"/>
          </a:xfrm>
        </p:spPr>
        <p:txBody>
          <a:bodyPr/>
          <a:lstStyle/>
          <a:p>
            <a:r>
              <a:rPr lang="en-GB" dirty="0"/>
              <a:t>List top 20 places for hotel guests to visit in Calabar, attach pictures and links to the places if possible.</a:t>
            </a:r>
          </a:p>
        </p:txBody>
      </p:sp>
    </p:spTree>
    <p:extLst>
      <p:ext uri="{BB962C8B-B14F-4D97-AF65-F5344CB8AC3E}">
        <p14:creationId xmlns:p14="http://schemas.microsoft.com/office/powerpoint/2010/main" val="490100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262</Words>
  <Application>Microsoft Office PowerPoint</Application>
  <PresentationFormat>Widescreen</PresentationFormat>
  <Paragraphs>40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RELIEF HOTEL WEBSITE</vt:lpstr>
      <vt:lpstr>HOME PAGE</vt:lpstr>
      <vt:lpstr>PowerPoint Presentation</vt:lpstr>
      <vt:lpstr>UPGRADE HEADING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ROOMS TAB</vt:lpstr>
      <vt:lpstr>PowerPoint Presentation</vt:lpstr>
      <vt:lpstr>NOTE</vt:lpstr>
      <vt:lpstr>PowerPoint Presentation</vt:lpstr>
      <vt:lpstr>When you click on a room, a page like this comes up</vt:lpstr>
      <vt:lpstr>GALLERY TAB</vt:lpstr>
      <vt:lpstr>PowerPoint Presentation</vt:lpstr>
      <vt:lpstr>EVENTS AND MEETINGS TAB</vt:lpstr>
      <vt:lpstr>PowerPoint Presentation</vt:lpstr>
      <vt:lpstr>DINING TAB</vt:lpstr>
      <vt:lpstr>PowerPoint Presentation</vt:lpstr>
      <vt:lpstr>EXPERIENCE TAB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Udo Kalu</dc:creator>
  <cp:lastModifiedBy>Udo Kalu</cp:lastModifiedBy>
  <cp:revision>56</cp:revision>
  <dcterms:created xsi:type="dcterms:W3CDTF">2026-04-27T17:38:30Z</dcterms:created>
  <dcterms:modified xsi:type="dcterms:W3CDTF">2026-05-25T08:16:00Z</dcterms:modified>
</cp:coreProperties>
</file>